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15"/>
  </p:handoutMasterIdLst>
  <p:sldIdLst>
    <p:sldId id="340" r:id="rId5"/>
    <p:sldId id="341" r:id="rId7"/>
    <p:sldId id="342" r:id="rId8"/>
    <p:sldId id="372" r:id="rId9"/>
    <p:sldId id="376" r:id="rId10"/>
    <p:sldId id="381" r:id="rId11"/>
    <p:sldId id="408" r:id="rId12"/>
    <p:sldId id="414" r:id="rId13"/>
    <p:sldId id="410" r:id="rId14"/>
  </p:sldIdLst>
  <p:sldSz cx="12192000" cy="6858000"/>
  <p:notesSz cx="6858000" cy="9144000"/>
  <p:embeddedFontLst>
    <p:embeddedFont>
      <p:font typeface="Inter" panose="02000503000000020004" charset="0"/>
      <p:bold r:id="rId19"/>
    </p:embeddedFont>
    <p:embeddedFont>
      <p:font typeface="Inter Black" panose="02000503000000020004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BF8"/>
    <a:srgbClr val="4AC7F9"/>
    <a:srgbClr val="47B2FA"/>
    <a:srgbClr val="54A6FB"/>
    <a:srgbClr val="4589FB"/>
    <a:srgbClr val="4675FC"/>
    <a:srgbClr val="54FDED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47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image" Target="../media/image1.png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-14831"/>
            <a:ext cx="12192000" cy="68728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972310"/>
            <a:ext cx="7421880" cy="221869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949960"/>
            <a:ext cx="10515600" cy="1015365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38200" y="4194175"/>
            <a:ext cx="2743200" cy="52641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76415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8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9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0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2.xml"/><Relationship Id="rId2" Type="http://schemas.openxmlformats.org/officeDocument/2006/relationships/image" Target="../media/image6.png"/><Relationship Id="rId1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3.xml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4.xml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14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6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1086485" y="2252980"/>
            <a:ext cx="86302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600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charset="0"/>
                <a:ea typeface="Inter Black" panose="02000503000000020004" charset="0"/>
                <a:cs typeface="Times New Roman" panose="02020603050405020304" charset="0"/>
              </a:rPr>
              <a:t>Leitor mp3 em java</a:t>
            </a:r>
            <a:r>
              <a:rPr lang="pt-PT" altLang="zh-CN" sz="6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 </a:t>
            </a:r>
            <a:endParaRPr lang="pt-PT" altLang="zh-CN" sz="6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158875" y="3945255"/>
            <a:ext cx="2269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Docente:</a:t>
            </a:r>
            <a:b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Válerio Dos Santos</a:t>
            </a:r>
            <a:r>
              <a:rPr lang="pt-PT" altLang="en-US">
                <a:solidFill>
                  <a:schemeClr val="bg1"/>
                </a:solidFill>
              </a:rPr>
              <a:t> </a:t>
            </a:r>
            <a:endParaRPr lang="pt-PT" altLang="en-US">
              <a:solidFill>
                <a:schemeClr val="bg1"/>
              </a:solidFill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7642225" y="3792855"/>
            <a:ext cx="3349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Discentes:</a:t>
            </a:r>
            <a:endParaRPr lang="pt-PT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Alunos de Engenharia Informática</a:t>
            </a:r>
            <a:endParaRPr lang="pt-PT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622300" y="1617980"/>
            <a:ext cx="6007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 que é o projeto ?</a:t>
            </a: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lista duplamente ligada explicada</a:t>
            </a: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Funcionalidades</a:t>
            </a:r>
            <a:r>
              <a:rPr lang="en-US" altLang="pt-PT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da app</a:t>
            </a: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Testes e resultados</a:t>
            </a: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pt-PT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Conclus</a:t>
            </a:r>
            <a:r>
              <a:rPr lang="en-US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ã</a:t>
            </a:r>
            <a:r>
              <a:rPr lang="en-US" altLang="pt-PT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pt-PT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878205" y="694055"/>
            <a:ext cx="4194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 que é o projeto ?</a:t>
            </a:r>
            <a:endParaRPr lang="pt-PT" altLang="en-US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410970" y="1939290"/>
            <a:ext cx="74218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Desenvolver um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reprodutor de </a:t>
            </a:r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udio do zero em Java</a:t>
            </a:r>
            <a:r>
              <a:rPr lang="pt-PT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usando lista duplicadas, aplicando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conceitos te</a:t>
            </a:r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ricos de estruturas de dados </a:t>
            </a:r>
            <a:r>
              <a:rPr lang="pt-PT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 uma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aplica</a:t>
            </a:r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ã</a:t>
            </a:r>
            <a:r>
              <a:rPr lang="en-US" altLang="pt-PT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 real</a:t>
            </a:r>
            <a:r>
              <a:rPr lang="pt-PT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pt-PT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758190" y="709295"/>
            <a:ext cx="5601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Lista duplamente ligada </a:t>
            </a:r>
            <a:endParaRPr lang="pt-PT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829310" y="1450975"/>
            <a:ext cx="1038415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Estrutura usado para gerir a lista de reprodução, permite navegar pelas músicas tanto para frente ( botão next) 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como para tr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 (bot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ã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 </a:t>
            </a:r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previous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) de forma eficiente, j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á 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que cada elemento conhece</a:t>
            </a:r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o elemento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da frente e o de tr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pt-PT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s.</a:t>
            </a:r>
            <a:endParaRPr lang="en-US" altLang="pt-PT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Imagem 5" descr="Captura de ecrã 2026-06-14 1338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15" y="2507615"/>
            <a:ext cx="5204460" cy="40811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任意多边形: 形状 138"/>
          <p:cNvSpPr/>
          <p:nvPr>
            <p:custDataLst>
              <p:tags r:id="rId1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754380" y="935990"/>
            <a:ext cx="4347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Funcionalidades do utilizador </a:t>
            </a:r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pt-PT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Imagem 4" descr="Captura de ecrã 2026-06-14 1247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15" y="2005330"/>
            <a:ext cx="6439535" cy="45529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8" name="Caixa de Texto 17"/>
          <p:cNvSpPr txBox="1"/>
          <p:nvPr/>
        </p:nvSpPr>
        <p:spPr>
          <a:xfrm>
            <a:off x="833120" y="640715"/>
            <a:ext cx="2623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Testes e resultados </a:t>
            </a:r>
            <a:endParaRPr lang="pt-PT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Imagem 1" descr="Captura de ecrã 2026-06-29 202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65" y="1358900"/>
            <a:ext cx="7795895" cy="41408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pic>
        <p:nvPicPr>
          <p:cNvPr id="2" name="Imagem 1" descr="Captura de ecrã 2026-07-03 1820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295400"/>
            <a:ext cx="8465820" cy="4739640"/>
          </a:xfrm>
          <a:prstGeom prst="rect">
            <a:avLst/>
          </a:prstGeom>
        </p:spPr>
      </p:pic>
      <p:sp>
        <p:nvSpPr>
          <p:cNvPr id="5" name="Caixa de Texto 4"/>
          <p:cNvSpPr txBox="1"/>
          <p:nvPr/>
        </p:nvSpPr>
        <p:spPr>
          <a:xfrm>
            <a:off x="866775" y="419100"/>
            <a:ext cx="3267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Testes e Resultados</a:t>
            </a:r>
            <a:endParaRPr lang="pt-PT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aptura de ecrã 2026-07-03 1807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150" y="2771140"/>
            <a:ext cx="5979795" cy="3782695"/>
          </a:xfrm>
          <a:prstGeom prst="rect">
            <a:avLst/>
          </a:prstGeom>
        </p:spPr>
      </p:pic>
      <p:pic>
        <p:nvPicPr>
          <p:cNvPr id="4" name="Imagem 3" descr="Captura de ecrã 2026-07-03 182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" y="1296670"/>
            <a:ext cx="5808980" cy="3830320"/>
          </a:xfrm>
          <a:prstGeom prst="rect">
            <a:avLst/>
          </a:prstGeom>
        </p:spPr>
      </p:pic>
      <p:sp>
        <p:nvSpPr>
          <p:cNvPr id="5" name="Caixa de Texto 4"/>
          <p:cNvSpPr txBox="1"/>
          <p:nvPr/>
        </p:nvSpPr>
        <p:spPr>
          <a:xfrm>
            <a:off x="639445" y="475615"/>
            <a:ext cx="2729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latin typeface="Times New Roman" panose="02020603050405020304" charset="0"/>
                <a:cs typeface="Times New Roman" panose="02020603050405020304" charset="0"/>
              </a:rPr>
              <a:t>Teste e Resultados</a:t>
            </a:r>
            <a:r>
              <a:rPr lang="pt-PT" altLang="en-US"/>
              <a:t> </a:t>
            </a:r>
            <a:endParaRPr lang="pt-PT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2647950" y="2787015"/>
            <a:ext cx="58781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Conclusão</a:t>
            </a:r>
            <a:endParaRPr lang="pt-PT" altLang="en-US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pt-PT" altLang="en-US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WPS Presentation</Application>
  <PresentationFormat>宽屏</PresentationFormat>
  <Paragraphs>33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Inter</vt:lpstr>
      <vt:lpstr>Inter Black</vt:lpstr>
      <vt:lpstr>Wingdings</vt:lpstr>
      <vt:lpstr>Times New Roman</vt:lpstr>
      <vt:lpstr>Microsoft YaHei</vt:lpstr>
      <vt:lpstr>Arial Unicode MS</vt:lpstr>
      <vt:lpstr>Inter Bold</vt:lpstr>
      <vt:lpstr>Office 主题​​</vt:lpstr>
      <vt:lpstr>1_Office 主题​​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tavar</cp:lastModifiedBy>
  <cp:revision>166</cp:revision>
  <dcterms:created xsi:type="dcterms:W3CDTF">2019-06-19T02:08:00Z</dcterms:created>
  <dcterms:modified xsi:type="dcterms:W3CDTF">2026-07-03T19:40:22Z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2070-12.1.0.26880</vt:lpwstr>
  </property>
  <property fmtid="{D5CDD505-2E9C-101B-9397-08002B2CF9AE}" pid="3" name="ICV">
    <vt:lpwstr>B6B9F45540454CD49750989083C9FE90_11</vt:lpwstr>
  </property>
</Properties>
</file>