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49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LEITOR MP3 EM JAVA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listas duplamente ligadas · Modo consola e gráfico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</a:t>
            </a:r>
            <a:r>
              <a:rPr lang="en-US" sz="1500" dirty="0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</a:t>
            </a: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Conceção e Análise de </a:t>
            </a:r>
            <a:r>
              <a:rPr lang="en-US" sz="1500" dirty="0" err="1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é o projeto?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Reproduz MP3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377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que toca ficheiros de música em Java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68096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Lista duplamente ligada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80960" y="2377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que gere a playlist com ligações prev/next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🖥️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28800" y="4434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Dois modos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consola (texto) e em interface gráfica (JavaFX)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41148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👥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680960" y="4434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Trabalho em equipa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80960" y="50292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 smtClean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 15</a:t>
            </a:r>
            <a:r>
              <a:rPr lang="en-US" sz="1500" dirty="0" smtClean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colegas divididos em 4 equipas coordenadas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Lista Duplamente Ligada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projeto — cada música é um nó ligado ao anterior e ao próximo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23774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7F77D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49040" y="23774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</a:rPr>
              <a:t>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212080" y="23774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7F77DD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0" y="23774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</a:rPr>
              <a:t>⇄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052560" y="23774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7F77DD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next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4805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</a:t>
            </a: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para a frente (next) e para trás (previous) de forma eficiente, sem percorrer a lista toda.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 4 Equipas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3D6FB5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6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dados, lógica e reprodução de som (NoMusica, PlaylistDupla, PlayerService)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862072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72491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GUI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272491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JavaFX e menu de consola (JanelaPrincipal, MenuConsole)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4032504"/>
            <a:ext cx="548640" cy="54864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89534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A75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QA / Testes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3895344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testes automáticos, testes manuais e verificação do build final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7433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202936"/>
            <a:ext cx="548640" cy="54864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506577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Documentação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9120" y="5065776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UML, relatório de 18 páginas e slides da apresentação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Funcionalidades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Play / Pause / Stop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34840" y="15544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61772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⏭ Próxima / Anterior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0" y="15544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Repeat (OFF/ONE/ALL)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88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Shuffle aleatório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2788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788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Controlo de volume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2788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788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Carregar pasta de músicas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Listar playlist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40233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Temporizador e progresso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Guardar estado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Testes e Resultados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9202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D9E7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automáticos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9202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manuais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9202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A75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30936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por resolver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0" y="16459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50800" dist="254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0" y="19202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D6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14400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sucesso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com build final: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compila e corre sem erros nos dois modos (gráfico e consola).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Como nos organizámos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equipa real, com Git e GitHub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Divisão em equipas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colega escolheu a sua equipa e tarefas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2788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Uma branch por equipa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32004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gui, qa, docs — trabalho em paralelo sem conflitos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3794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Commits individuais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42062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fez os seus commits com o seu nome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4800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Revisão e integração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212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líder revia e juntava tudo na branch main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Desafios e Aprendizagens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AC775"/>
                </a:solidFill>
              </a:rPr>
              <a:t>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1874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Coordenar</a:t>
            </a: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</a:t>
            </a:r>
            <a:r>
              <a:rPr lang="en-US" sz="1900" b="1" dirty="0" smtClean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 de 15 </a:t>
            </a: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pessoas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5603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tarefas e evitar que uns fizessem o trabalho dos outros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5544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AC775"/>
                </a:solidFill>
              </a:rPr>
              <a:t>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589520" y="1874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Aprender Git em equipa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89520" y="25603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merges, conflitos — muitos usavam pela primeira vez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AC775"/>
                </a:solidFill>
              </a:rPr>
              <a:t>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3434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Configurar o JavaFX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5029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instalação do JavaFX foi o maior obstáculo técnico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AC775"/>
                </a:solidFill>
              </a:rPr>
              <a:t>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9520" y="43434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Reproduzir som real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589520" y="5029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 MediaPlayer para tocar mesmo a música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Equipa do Projeto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smtClean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Participantes no progeto (COMFORME OS REGISTROS NO GIT-EXCECAO DE 3 ALUNOS Q OUTROS COLEGAS FIZERAM COMMIT PARA ELES)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83664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7373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dos Santos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883664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76288" y="17373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Gomes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560320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41401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Kely Furtado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41401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560320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241401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Ridney Alves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236976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0906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Rizac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09067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3236976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76288" y="30906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Davitson Cardoso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76732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3913632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376732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costa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376732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73952" y="3913632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76288" y="376732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martins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44398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" y="4590288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4562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5568" y="444398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Elizeu Semedo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444398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73952" y="4590288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4562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76288" y="444398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Leeliana Barros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12064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3232" y="5266944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46" name="Text 44"/>
          <p:cNvSpPr/>
          <p:nvPr/>
        </p:nvSpPr>
        <p:spPr>
          <a:xfrm>
            <a:off x="713232" y="5239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15568" y="5120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Hélder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Tavares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309360" y="512064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73952" y="5266944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50" name="Text 48"/>
          <p:cNvSpPr/>
          <p:nvPr/>
        </p:nvSpPr>
        <p:spPr>
          <a:xfrm>
            <a:off x="6473952" y="5239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76288" y="5120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Ivaldina Moeda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8640" y="579729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13232" y="5943600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54" name="Text 52"/>
          <p:cNvSpPr/>
          <p:nvPr/>
        </p:nvSpPr>
        <p:spPr>
          <a:xfrm>
            <a:off x="713232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15568" y="579729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Borges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309360" y="579729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73952" y="5943600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58" name="Text 56"/>
          <p:cNvSpPr/>
          <p:nvPr/>
        </p:nvSpPr>
        <p:spPr>
          <a:xfrm>
            <a:off x="6473952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876288" y="579729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Miranda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309360" y="647395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25400" dist="12700" dir="16200000" algn="bl" rotWithShape="0">
              <a:srgbClr val="D8D8E0">
                <a:alpha val="7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473952" y="6620256"/>
            <a:ext cx="274320" cy="2743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66" name="Text 64"/>
          <p:cNvSpPr/>
          <p:nvPr/>
        </p:nvSpPr>
        <p:spPr>
          <a:xfrm>
            <a:off x="6473952" y="6592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♪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876288" y="647395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</a:t>
            </a:r>
            <a:r>
              <a:rPr lang="en-US" sz="14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Soares</a:t>
            </a:r>
            <a:endParaRPr lang="en-US" sz="1400" dirty="0"/>
          </a:p>
        </p:txBody>
      </p:sp>
      <p:sp>
        <p:nvSpPr>
          <p:cNvPr id="69" name="Text 52"/>
          <p:cNvSpPr/>
          <p:nvPr/>
        </p:nvSpPr>
        <p:spPr>
          <a:xfrm>
            <a:off x="713232" y="6635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Distribuição das Tarefas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colaborativo — as atividades foram distribuídas internamente pelo grupo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0" cy="45720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5" name="Shape 3"/>
          <p:cNvSpPr/>
          <p:nvPr/>
        </p:nvSpPr>
        <p:spPr>
          <a:xfrm>
            <a:off x="5120640" y="1600200"/>
            <a:ext cx="6492240" cy="45720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Integrantes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57800" y="16002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Principais Contribuições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572000" cy="658368"/>
          </a:xfrm>
          <a:prstGeom prst="rect">
            <a:avLst/>
          </a:prstGeom>
          <a:solidFill>
            <a:srgbClr val="252540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057400"/>
            <a:ext cx="6492240" cy="658368"/>
          </a:xfrm>
          <a:prstGeom prst="rect">
            <a:avLst/>
          </a:prstGeom>
          <a:solidFill>
            <a:srgbClr val="252540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dos 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 / </a:t>
            </a:r>
            <a:r>
              <a:rPr lang="en-US" sz="1150" b="1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Gomes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57800" y="205740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Coordenação, organização do repositório, integração e revisão do trabalho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4572000" cy="658368"/>
          </a:xfrm>
          <a:prstGeom prst="rect">
            <a:avLst/>
          </a:prstGeom>
          <a:solidFill>
            <a:srgbClr val="1E1E38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715768"/>
            <a:ext cx="6492240" cy="658368"/>
          </a:xfrm>
          <a:prstGeom prst="rect">
            <a:avLst/>
          </a:prstGeom>
          <a:solidFill>
            <a:srgbClr val="1E1E38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15768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Kely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Furtado /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Ridney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Alves / Jean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Rizac</a:t>
            </a:r>
            <a:r>
              <a:rPr lang="en-US" sz="1150" b="1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Davitson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57800" y="271576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GUI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4572000" cy="658368"/>
          </a:xfrm>
          <a:prstGeom prst="rect">
            <a:avLst/>
          </a:prstGeom>
          <a:solidFill>
            <a:srgbClr val="252540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3374136"/>
            <a:ext cx="6492240" cy="658368"/>
          </a:xfrm>
          <a:prstGeom prst="rect">
            <a:avLst/>
          </a:prstGeom>
          <a:solidFill>
            <a:srgbClr val="252540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74136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martins / Paulo costa /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Eriksandro</a:t>
            </a:r>
            <a:r>
              <a:rPr lang="en-US" sz="1150" b="1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Marcos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7800" y="3374136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4572000" cy="658368"/>
          </a:xfrm>
          <a:prstGeom prst="rect">
            <a:avLst/>
          </a:prstGeom>
          <a:solidFill>
            <a:srgbClr val="1E1E38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4032504"/>
            <a:ext cx="6492240" cy="658368"/>
          </a:xfrm>
          <a:prstGeom prst="rect">
            <a:avLst/>
          </a:prstGeom>
          <a:solidFill>
            <a:srgbClr val="1E1E38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32504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Elizeu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Semedo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Leeliana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57800" y="4032504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TESTE/QA-Testes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validação e verificação do funcionamento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4572000" cy="658368"/>
          </a:xfrm>
          <a:prstGeom prst="rect">
            <a:avLst/>
          </a:prstGeom>
          <a:solidFill>
            <a:srgbClr val="252540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4690872"/>
            <a:ext cx="6492240" cy="658368"/>
          </a:xfrm>
          <a:prstGeom prst="rect">
            <a:avLst/>
          </a:prstGeom>
          <a:solidFill>
            <a:srgbClr val="252540"/>
          </a:solidFill>
          <a:ln w="6350">
            <a:solidFill>
              <a:srgbClr val="333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690872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Ivaldina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Moeda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b="1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Borges / </a:t>
            </a:r>
            <a:r>
              <a:rPr lang="en-US" sz="1150" b="1" dirty="0" err="1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Helder</a:t>
            </a:r>
            <a:r>
              <a:rPr lang="en-US" sz="1150" b="1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smtClean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Tavares / Kevin rock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4690872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relatório e diagramas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57800" y="534924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Contribuição Global da Equipa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1783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Trabalho colaborativo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4688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foi realizado em conjunto, com partilha constante de ideias entre todos os membros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Resolução conjunta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89520" y="24688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problemas técnicos foram discutidos e resolvidos em equipa, aproveitando as competências de cada um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251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Distribuição flexível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4937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tarefas foram distribuídas conforme a disponibilidade e as competências de cada membro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38100" dist="12700" dir="16200000" algn="bl" rotWithShape="0">
              <a:srgbClr val="D0D0D8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9520" y="4251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77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Objetivo comum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589520" y="4937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participaram na construção da solução final, em diferentes fases do projeto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7F77DD"/>
                </a:solidFill>
              </a:rPr>
              <a:t>♪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uma aplicação completa e funcional em Java, aplicando estruturas de dados, POO e trabalho colaborativo com Git.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do que o código, </a:t>
            </a:r>
            <a:r>
              <a:rPr lang="en-US" sz="20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a trabalhar em equipa.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683</Words>
  <Application>Microsoft Office PowerPoint</Application>
  <PresentationFormat>Ecrã Panorâmico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Arial</vt:lpstr>
      <vt:lpstr>Calibri</vt:lpstr>
      <vt:lpstr>Century Schoolbook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Leitor MP3 em Java</dc:title>
  <dc:subject>PptxGenJS Presentation</dc:subject>
  <dc:creator>Equipa Leitor MP3</dc:creator>
  <cp:lastModifiedBy>Conta Microsoft</cp:lastModifiedBy>
  <cp:revision>12</cp:revision>
  <dcterms:created xsi:type="dcterms:W3CDTF">2026-07-16T12:36:33Z</dcterms:created>
  <dcterms:modified xsi:type="dcterms:W3CDTF">2026-07-16T13:46:37Z</dcterms:modified>
</cp:coreProperties>
</file>